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-1234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/>
  </p:transition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89560"/>
            <a:ext cx="6172200" cy="1386840"/>
          </a:xfrm>
        </p:spPr>
        <p:txBody>
          <a:bodyPr>
            <a:normAutofit/>
          </a:bodyPr>
          <a:lstStyle/>
          <a:p>
            <a:r>
              <a:rPr sz="2400" dirty="0"/>
              <a:t>Object Oriented Programming (OOPS)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1777522"/>
            <a:ext cx="6172200" cy="576211"/>
          </a:xfrm>
        </p:spPr>
        <p:txBody>
          <a:bodyPr/>
          <a:lstStyle/>
          <a:p>
            <a:r>
              <a:rPr dirty="0"/>
              <a:t>Concepts • Examples •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7733" y="4179331"/>
            <a:ext cx="322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PRESENTED</a:t>
            </a:r>
            <a:r>
              <a:rPr lang="en-US" sz="2400" b="1" dirty="0" smtClean="0"/>
              <a:t> BY:--</a:t>
            </a:r>
            <a:endParaRPr lang="en-IN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892800" y="4604267"/>
            <a:ext cx="2650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GARIMA ZALA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lang="en-US" dirty="0"/>
              <a:t>Object-Oriented </a:t>
            </a:r>
            <a:r>
              <a:rPr lang="en-US" dirty="0" smtClean="0"/>
              <a:t>Programming(OOPS</a:t>
            </a:r>
            <a:r>
              <a:rPr lang="en-US" dirty="0"/>
              <a:t>) is </a:t>
            </a:r>
            <a:r>
              <a:rPr lang="en-US" dirty="0" smtClean="0"/>
              <a:t>   a </a:t>
            </a:r>
            <a:r>
              <a:rPr lang="en-US" dirty="0"/>
              <a:t>programming paradigm that focuses on objects instead of functions.</a:t>
            </a:r>
            <a:endParaRPr dirty="0"/>
          </a:p>
          <a:p>
            <a:r>
              <a:rPr dirty="0"/>
              <a:t>• </a:t>
            </a:r>
            <a:r>
              <a:rPr lang="en-IN" dirty="0"/>
              <a:t>Objects represent real-world </a:t>
            </a:r>
            <a:r>
              <a:rPr lang="en-IN" dirty="0" smtClean="0"/>
              <a:t>entities</a:t>
            </a:r>
            <a:endParaRPr dirty="0"/>
          </a:p>
          <a:p>
            <a:r>
              <a:rPr dirty="0"/>
              <a:t>• </a:t>
            </a:r>
            <a:r>
              <a:rPr lang="en-US" dirty="0"/>
              <a:t>Each object contains data and </a:t>
            </a:r>
            <a:r>
              <a:rPr lang="en-US" dirty="0" smtClean="0"/>
              <a:t>methods</a:t>
            </a:r>
          </a:p>
          <a:p>
            <a:r>
              <a:rPr lang="en-US" dirty="0"/>
              <a:t>• Improves code organization and </a:t>
            </a:r>
            <a:r>
              <a:rPr lang="en-US" dirty="0" smtClean="0"/>
              <a:t>structure</a:t>
            </a:r>
            <a:endParaRPr dirty="0" smtClean="0"/>
          </a:p>
          <a:p>
            <a:r>
              <a:rPr dirty="0" smtClean="0"/>
              <a:t>• </a:t>
            </a:r>
            <a:r>
              <a:rPr dirty="0"/>
              <a:t>Used in Java, C++, Python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Pillars</a:t>
            </a:r>
            <a:r>
              <a:rPr dirty="0" smtClean="0"/>
              <a:t> </a:t>
            </a:r>
            <a:r>
              <a:rPr dirty="0"/>
              <a:t>of 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dirty="0"/>
              <a:t>• Class &amp; Object</a:t>
            </a:r>
          </a:p>
          <a:p>
            <a:r>
              <a:rPr dirty="0"/>
              <a:t>• Encapsulation</a:t>
            </a:r>
          </a:p>
          <a:p>
            <a:r>
              <a:rPr dirty="0"/>
              <a:t>• Inheritance</a:t>
            </a:r>
          </a:p>
          <a:p>
            <a:r>
              <a:rPr dirty="0"/>
              <a:t>• Polymorphism</a:t>
            </a:r>
          </a:p>
          <a:p>
            <a:r>
              <a:rPr dirty="0"/>
              <a:t>• Abstraction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Blueprint of an object</a:t>
            </a:r>
          </a:p>
          <a:p>
            <a:r>
              <a:t>• Defines properties and methods</a:t>
            </a:r>
          </a:p>
          <a:p>
            <a:r>
              <a:t>• Does not occupy memory</a:t>
            </a:r>
          </a:p>
          <a:p>
            <a:endParaRPr/>
          </a:p>
          <a:p>
            <a:r>
              <a:t>Example: Class Student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Instance of a class</a:t>
            </a:r>
          </a:p>
          <a:p>
            <a:r>
              <a:t>• Represents real entity</a:t>
            </a:r>
          </a:p>
          <a:p>
            <a:r>
              <a:t>• Occupies memory</a:t>
            </a:r>
          </a:p>
          <a:p>
            <a:endParaRPr/>
          </a:p>
          <a:p>
            <a:r>
              <a:t>Example: student1, student2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Wrapping data &amp; methods together</a:t>
            </a:r>
          </a:p>
          <a:p>
            <a:r>
              <a:t>• Protects data from misuse</a:t>
            </a:r>
          </a:p>
          <a:p>
            <a:r>
              <a:t>• Achieved using access modifiers</a:t>
            </a:r>
          </a:p>
          <a:p>
            <a:r>
              <a:t>Example: private variables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Child class inherits parent class</a:t>
            </a:r>
          </a:p>
          <a:p>
            <a:r>
              <a:t>• Improves code reusability</a:t>
            </a:r>
          </a:p>
          <a:p>
            <a:r>
              <a:t>• Reduces redundancy</a:t>
            </a:r>
          </a:p>
          <a:p>
            <a:r>
              <a:t>Example: Vehicle → Car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Single</a:t>
            </a:r>
          </a:p>
          <a:p>
            <a:r>
              <a:t>• Multilevel</a:t>
            </a:r>
          </a:p>
          <a:p>
            <a:r>
              <a:t>• Hierarchical</a:t>
            </a:r>
          </a:p>
          <a:p>
            <a:r>
              <a:t>• Multiple (using Interface in Java)</a:t>
            </a: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One name, multiple forms</a:t>
            </a:r>
          </a:p>
          <a:p>
            <a:r>
              <a:t>• Same method behaves differently</a:t>
            </a:r>
          </a:p>
          <a:p>
            <a:endParaRPr/>
          </a:p>
          <a:p>
            <a:r>
              <a:t>Types:</a:t>
            </a:r>
          </a:p>
          <a:p>
            <a:r>
              <a:t>• Method Overloading</a:t>
            </a:r>
          </a:p>
          <a:p>
            <a:r>
              <a:t>• Method Overriding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Hides implementation details</a:t>
            </a:r>
          </a:p>
          <a:p>
            <a:r>
              <a:t>• Shows only required functionality</a:t>
            </a:r>
          </a:p>
          <a:p>
            <a:r>
              <a:t>• Achieved using abstract class &amp; interface</a:t>
            </a: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Class vs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Abstract Class:</a:t>
            </a:r>
          </a:p>
          <a:p>
            <a:r>
              <a:t>• Can have implemented methods</a:t>
            </a:r>
          </a:p>
          <a:p>
            <a:r>
              <a:t>• Supports constructors</a:t>
            </a:r>
          </a:p>
          <a:p>
            <a:endParaRPr/>
          </a:p>
          <a:p>
            <a:r>
              <a:t>Interface:</a:t>
            </a:r>
          </a:p>
          <a:p>
            <a:r>
              <a:t>• 100% abstraction (before Java 8)</a:t>
            </a:r>
          </a:p>
          <a:p>
            <a:r>
              <a:t>• Supports multiple inheritance</a:t>
            </a: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Mobile Phone</a:t>
            </a:r>
          </a:p>
          <a:p>
            <a:r>
              <a:t>User sees: Call, Message</a:t>
            </a:r>
          </a:p>
          <a:p>
            <a:r>
              <a:t>Hidden: Signal processing, hardware logic</a:t>
            </a: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Reusable code</a:t>
            </a:r>
          </a:p>
          <a:p>
            <a:r>
              <a:t>• Easy maintenance</a:t>
            </a:r>
          </a:p>
          <a:p>
            <a:r>
              <a:t>• Secure data</a:t>
            </a:r>
          </a:p>
          <a:p>
            <a:r>
              <a:t>• Scalable applications</a:t>
            </a: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of 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More memory usage</a:t>
            </a:r>
          </a:p>
          <a:p>
            <a:r>
              <a:t>• Slower execution</a:t>
            </a:r>
          </a:p>
          <a:p>
            <a:r>
              <a:t>• Complex design for small programs</a:t>
            </a: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OOPS provides a structured approach</a:t>
            </a:r>
          </a:p>
          <a:p>
            <a:r>
              <a:t>Makes programs reusable and scalable</a:t>
            </a:r>
          </a:p>
          <a:p>
            <a:r>
              <a:t>Foundation of modern software development</a:t>
            </a:r>
          </a:p>
        </p:txBody>
      </p:sp>
    </p:spTree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22</TotalTime>
  <Words>303</Words>
  <Application>Microsoft Office PowerPoint</Application>
  <PresentationFormat>On-screen Show (4:3)</PresentationFormat>
  <Paragraphs>79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Oriel</vt:lpstr>
      <vt:lpstr>Object Oriented Programming (OOPS)</vt:lpstr>
      <vt:lpstr>What is OOPS?</vt:lpstr>
      <vt:lpstr>Pillars of OOPS</vt:lpstr>
      <vt:lpstr>Class</vt:lpstr>
      <vt:lpstr>Object</vt:lpstr>
      <vt:lpstr>Encapsulation</vt:lpstr>
      <vt:lpstr>Inheritance</vt:lpstr>
      <vt:lpstr>Types of Inheritance</vt:lpstr>
      <vt:lpstr>Polymorphism</vt:lpstr>
      <vt:lpstr>Abstraction</vt:lpstr>
      <vt:lpstr>Abstract Class vs Interface</vt:lpstr>
      <vt:lpstr>Real-Life Example</vt:lpstr>
      <vt:lpstr>Advantages of OOPS</vt:lpstr>
      <vt:lpstr>Disadvantages of OOPS</vt:lpstr>
      <vt:lpstr>Conclusion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(OOPS)</dc:title>
  <dc:creator>Hp</dc:creator>
  <dc:description>generated using python-pptx</dc:description>
  <cp:lastModifiedBy>Hp</cp:lastModifiedBy>
  <cp:revision>6</cp:revision>
  <dcterms:created xsi:type="dcterms:W3CDTF">2013-01-27T09:14:16Z</dcterms:created>
  <dcterms:modified xsi:type="dcterms:W3CDTF">2025-12-15T11:24:05Z</dcterms:modified>
</cp:coreProperties>
</file>